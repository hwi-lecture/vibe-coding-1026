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콘덴싱 보일러 카탈로그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GC-16 / GC-20 / GC-25 라인업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열효율 92% 이상, 저소음 운전, 2년 무상 보증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