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신제품 교육 안내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일시: 10월 14일 오후 2시</a:t>
            </a:r>
          </a:p>
          <a:p>
            <a:r>
              <a:t>장소: 본사 교육장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교육 내용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GC-25 설치 및 시운전 절차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